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10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1097280"/>
            <a:ext cx="256032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371600"/>
            <a:ext cx="2560320" cy="36576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Open 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Microsoft YaHei"/>
              </a:rPr>
              <a:t>自托管 AI Coding Agent</a:t>
            </a:r>
          </a:p>
          <a:p>
            <a:r>
              <a:rPr sz="5000" b="1">
                <a:solidFill>
                  <a:srgbClr val="FFFFFF"/>
                </a:solidFill>
                <a:latin typeface="Microsoft YaHei"/>
              </a:rPr>
              <a:t>工作台 与 治理控制面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D6EA"/>
                </a:solidFill>
                <a:latin typeface="Microsoft YaHei"/>
              </a:rPr>
              <a:t>把团队已在用的多个 AI 编码工具接进来，把密钥、成本和风险统一管起来。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0292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Apache 2.0 开源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50292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v1.2.0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029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支持私有化部署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E93B6"/>
                </a:solidFill>
                <a:latin typeface="Microsoft YaHei"/>
              </a:rPr>
              <a:t>产品介绍  ·  Product Overview for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行业现状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当 AI 编码工具进入团队，问题才刚刚开始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密钥失控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API Key 散落在个人电脑和远程机器，泄漏风险高、轮换难、无法追溯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远程难跑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AI CLI 需要跑在内网开发机、测试机、GPU 机器，反复传 SSH 凭据很笨重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工具分散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Claude Code、Qwen Code、Codex、OpenClaw 各自为战，无统一入口与历史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成本盲区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团队花了多少 Token、多少钱、谁在用、是否超支——基本是黑盒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审计缺位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合规、审计、配额、敏感内容检测缺失，上不了生产环境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Microsoft YaHe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价值难证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8C6DE"/>
                </a:solidFill>
                <a:latin typeface="Microsoft YaHei"/>
              </a:rPr>
              <a:t>AI 投入产出比说不清，效率提升无法量化，决策无依据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Microsoft YaHei"/>
              </a:rPr>
              <a:t>产品定位  ·  WHAT IS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Microsoft YaHei"/>
              </a:rPr>
              <a:t>一个平台，双重价值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1F3A"/>
                </a:solidFill>
                <a:latin typeface="Microsoft YaHei"/>
              </a:rPr>
              <a:t>Open ACE = AI 编码工作台  +  AI 治理控制面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开发者在浏览器里统一使用 Claude Code、Qwen Code、Codex、OpenClaw 等 AI 编码工具，并把它们跑在团队自己的远程机器上；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管理员则集中管理 API Key、权限、成本、配额、审计和合规——一切自托管、数据不出企业网络。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Microsoft YaHe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Microsoft YaHei"/>
              </a:rPr>
              <a:t>统一入口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多个 AI CLI 一个浏览器工作台，统一会话、历史与治理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Microsoft YaHei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Microsoft YaHei"/>
              </a:rPr>
              <a:t>远程执行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50292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Remote Agent 让 AI CLI 直接在目标机器运行，免反复传凭据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Microsoft YaHei"/>
              </a:rP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Microsoft YaHei"/>
              </a:rPr>
              <a:t>密钥安全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0292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API Key 加密留服务端，只下发短期代理令牌给会话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0536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0536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Microsoft YaHe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Microsoft YaHei"/>
              </a:rPr>
              <a:t>治理可视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50292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Token、成本、配额、审计、合规、ROI 一屏掌握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产品形态  ·  TWO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两种模式，服务两类用户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49240" cy="4297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349240" cy="6400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🚀  Work 模式 — 让 AI 成为超级助手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D3EE"/>
                </a:solidFill>
                <a:latin typeface="Microsoft YaHei"/>
              </a:rPr>
              <a:t>面向每一位开发者，提供流畅的 AI 交互体验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多 AI 工具集成：Claude Code / Qwen Code / Codex / OpenClaw / ZCode 统一入口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远程工作区：浏览器里选远程机器，启动 AI 编码会话、终端、目录浏览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智能会话管理：历史记录、会话恢复、上下文记忆、跨工具同步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提示词库：团队共享优质提示词，最佳实践一键复用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快速检索：跨会话搜索历史对话，知识沉淀不丢失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5349240" cy="4297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645920"/>
            <a:ext cx="5349240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5564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1F3A"/>
                </a:solidFill>
                <a:latin typeface="Microsoft YaHei"/>
              </a:rPr>
              <a:t>📊  Manage 模式 — 让 AI 治理有据可依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6FF5"/>
                </a:solidFill>
                <a:latin typeface="Microsoft YaHei"/>
              </a:rPr>
              <a:t>面向管理者，提供全方位的 AI 使用洞察与管控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7180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用量可视化：Token 消耗趋势、成本分析、使用热力图一目了然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API Key 治理：加密存储密钥，通过代理令牌调用，避免密钥下发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智能告警：配额预警、异常检测、超支提醒，风险早知道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合规审计：敏感内容检测、对话追溯、合规报告与 CSV 下载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•  多租户 + ROI：部门隔离、权限控制、投入产出比量化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Microsoft YaHei"/>
              </a:rPr>
              <a:t>核心能力  · 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Microsoft YaHei"/>
              </a:rPr>
              <a:t>八大核心能力，覆盖 AI 编码全生命周期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Agent 控制面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统一管理工具、用户、机器、密钥、配额、成本和审计，而非替代每个 AI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多 CLI 适配器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974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原生适配 Claude Code、Qwen Code、Codex、OpenClaw、ZCode，含会话恢复与权限模式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Remote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974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AI CLI 直接在 Linux/macOS/Windows 远程机器运行，支持浏览器终端与 VSCode 代理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API Key 代理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974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真实密钥加密存服务端，远程 Agent 只拿短期代理令牌，统一配额与用量统计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AI 自主开发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82803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端到端工作流：规划→开发→PR 审查→报告，支持重试/Fork/里程碑，可跑在 gVisor/Kata 沙箱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7288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Model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82803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兼容 LiteLLM 模型网关，厂商中立，可对接集中式模型网关并保留配额与归因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☁️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云原生部署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2803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Kubernetes Kustomize 一键部署，3 副本 + HPA + Prometheus 指标，兼容 OpenShift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1704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Microsoft YaHei"/>
              </a:rPr>
              <a:t>企业集成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482803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SSO / 飞书 / 钉钉、多租户权限模型、Kubernetes、反向代理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核心架构  ·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Remote Agent + API Key 代理：安全与效率兼得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浏览器 (React 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0CFE6"/>
                </a:solidFill>
                <a:latin typeface="Microsoft YaHei"/>
              </a:rPr>
              <a:t>Work 模式（全员）  ·  Manage 模式（管理员）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728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Flask API 服务（自托管）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0CFE6"/>
                </a:solidFill>
                <a:latin typeface="Microsoft YaHei"/>
              </a:rPr>
              <a:t>23 Blueprints · 密钥加密存储 · 配额/审计/合规 · API Key 代理签发短期令牌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9728" cy="1280160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Remote Agent（远程机器守护进程）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9320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0CFE6"/>
                </a:solidFill>
                <a:latin typeface="Microsoft YaHei"/>
              </a:rPr>
              <a:t>HTTP 轮询 · CLI 子进程 · WebSocket PTY 终端 · 会话同步（Claude/Qwen/Codex/OpenClaw）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06240" y="2734056"/>
            <a:ext cx="365760" cy="20116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4206240" y="4288536"/>
            <a:ext cx="365760" cy="20116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1554480"/>
            <a:ext cx="3154680" cy="425196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为什么这样设计？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651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真实 API Key 永不出服务端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远程机器只持有短期代理令牌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令牌可配额、可回收、可追溯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支持内网 / 私有网络机器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终端断线可恢复屏幕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厂商中立，可接 LiteLLM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</a:rPr>
              <a:t>✦  适合需要私有化部署、内网远程机器、统一密钥代理、团队配额和可追溯审计的研发与 IT 团队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企业部署  ·  CLOUD-NATIVE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Kubernetes / OpenShift 云原生集成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520440" cy="73152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Microsoft YaHei"/>
              </a:rPr>
              <a:t>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平台部署：K8s 高可用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Kustomize 一键部署（kubectl apply -k k8s/）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3 副本 + HPA 自动扩缩容（3→10 Pod）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PostgreSQL / Redis StatefulSet 持久化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/livez /readyz 探针 + Prometheus /metrics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PDB + Pod 反亲和 + 优雅滚动更新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NetworkPolicy 最小权限 + 非 root 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554480"/>
            <a:ext cx="3520440" cy="73152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Microsoft YaHei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AI 自主开发：沙箱隔离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三后端按租户/项目选择：POSIX / 远程机 / 沙箱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gVisor / Kata 双档安全容器运行时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非 root + 只读根文件系统 + seccomp 强化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CPU / 内存 / PIDs / 存储限额 + TTL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默认拒绝出站 + FQDN 白名单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Fail-closed：隔离不达标即拒绝并审计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1554480"/>
            <a:ext cx="352044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Microsoft YaHei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多用户工作区：资源隔离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每用户 WebUI 独立沙箱 Pod，Token 身份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无宿主 OS 账号 / sudo 链 / 宿主凭据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租户级 OS 隔离：跨租户访问阻断、可回收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UID 跨容器重建固定，配额 60 秒巡检执行</a:t>
            </a:r>
          </a:p>
          <a:p>
            <a:pPr>
              <a:spcBef>
                <a:spcPts val="700"/>
              </a:spcBef>
            </a:pPr>
            <a:r>
              <a:rPr sz="1100" b="0">
                <a:solidFill>
                  <a:srgbClr val="D8E2F2"/>
                </a:solidFill>
                <a:latin typeface="Microsoft YaHei"/>
              </a:rPr>
              <a:t>•  会话历史快照随 Pod 回收与恢复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52160"/>
            <a:ext cx="11548872" cy="502920"/>
          </a:xfrm>
          <a:prstGeom prst="rect">
            <a:avLst/>
          </a:prstGeom>
          <a:solidFill>
            <a:srgbClr val="10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85216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1616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D5A8"/>
                </a:solidFill>
                <a:latin typeface="Microsoft YaHei"/>
              </a:rPr>
              <a:t>🖥️  OpenShift / OKD 兼容：标准 Kustomize 清单，安全上下文符合 restricted SCC 约束，SSRF 防护覆盖 OpenShift 内部 DNS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Microsoft YaHei"/>
              </a:rPr>
              <a:t>核心价值  · 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Microsoft YaHei"/>
              </a:rPr>
              <a:t>对开发者、管理者、企业三个层面创造价值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611880" cy="8686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对开发者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一个入口用遍所有 AI 编码工具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远程机器随时可用，免配环境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会话历史不丢，知识可沉淀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专注编码，密钥与环境由平台托管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600200"/>
            <a:ext cx="3611880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对管理者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Token / 成本 / 配额一屏可视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告警与异常检测，风险早知道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合规审计与报告导出，上得了生产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ROI 量化，AI 投入产出说得清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600200"/>
            <a:ext cx="3611880" cy="868680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对企业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数据与密钥不出企业网络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私有化部署，满足合规要求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多租户隔离，部门独立核算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•  开源可控，无厂商锁定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Microsoft YaHei"/>
              </a:rPr>
              <a:t>竞品对比  ·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Microsoft YaHei"/>
              </a:rPr>
              <a:t>与市场主流方案的差异化定位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0604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能力维度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371600"/>
            <a:ext cx="269748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Open 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371600"/>
            <a:ext cx="2377440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通用 LLM 网关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(LiteLLM等)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2194560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AI IDE/插件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(Cursor等)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371600"/>
            <a:ext cx="1399032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企业自建脚本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1031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工作台+治理控制面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1031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模型路由/计费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单人编码体验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21031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临时拼装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自托管/私有化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25603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默认自托管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5603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6A34A"/>
                </a:solidFill>
                <a:latin typeface="Microsoft YaHei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5603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 多为云服务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5603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6A34A"/>
                </a:solidFill>
                <a:latin typeface="Microsoft YaHei"/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多 AI CLI 统一入口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30175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Claude/Qwen/Codex 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0175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 仅模型层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0175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各自封闭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30175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Remote Agent 远程执行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34747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浏览器内远程机器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4747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4747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34747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需自建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API Key 不下发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319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短期代理令牌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9319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依赖网关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9319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 密钥在本机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39319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成本/配额/审计/合规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3891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一体化治理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3891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仅计费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3891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43891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463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多租户 / SSO / 飞书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8463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8463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部分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48463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48463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035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K8s 原生 &amp; AI 沙箱隔离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53035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✅ HPA+gVisor/Kata 沙箱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53035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F59E0B"/>
                </a:solidFill>
                <a:latin typeface="Microsoft YaHei"/>
              </a:rPr>
              <a:t>⚠️ 可容器化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53035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20" y="53035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C0392B"/>
                </a:solidFill>
                <a:latin typeface="Microsoft YaHei"/>
              </a:rPr>
              <a:t>❌ 需自建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607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开源协议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57607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1">
                <a:solidFill>
                  <a:srgbClr val="1E293B"/>
                </a:solidFill>
                <a:latin typeface="Microsoft YaHei"/>
              </a:rPr>
              <a:t>Apache 2.0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57607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多协议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57607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闭源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32720" y="57607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50" b="0">
                <a:solidFill>
                  <a:srgbClr val="1E293B"/>
                </a:solidFill>
                <a:latin typeface="Microsoft YaHe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1261872"/>
            <a:ext cx="269748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差异化卖点  ·  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为什么是 Open ACE？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默认自托管，数据边界可控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163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密钥与会话数据留在企业自己的网络与数据库，满足私有化与合规要求，无云依赖。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控制面而非又一个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8163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不替代任何 AI 编码工具，而是把团队已在用的工具纳入统一的入口、权限、成本与审计体系。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短期代理令牌架构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81635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真实 LLM API Key 加密留服务端，远程会话仅持有时效令牌，可配额、可回收、可追溯。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Remote Agent 真实远程执行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1480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AI CLI 直接在开发/测试/GPU 机器运行，浏览器内终端 + VSCode 代理，免反复传 SSH。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云原生 + 双层沙箱隔离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51480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K8s 高可用部署；AI 自主开发与多用户工作区运行在 gVisor/Kata 沙箱，故障关闭式安全。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Microsoft YaHei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厂商中立 + 多租户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5148072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Microsoft YaHei"/>
              </a:rPr>
              <a:t>兼容 LiteLLM 模型网关，多 CLI 统一治理，部门隔离与独立核算。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Microsoft YaHei"/>
              </a:rPr>
              <a:t>适用场景  · 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Microsoft YaHei"/>
              </a:rPr>
              <a:t>谁最需要 Open ACE？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研发团队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已在用 Claude Code / Qwen Code / Codex，需要统一入口、共享提示词与会话沉淀。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AI 平台团队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2140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构建内部 AI 工具平台，需要密钥代理、远程执行与统一治理控制面。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37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DevOps / IT 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2140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负责自托管基础设施、审计与访问控制，需要私有化部署与多租户。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安全合规团队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3016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不能用公共 Demo、不能让密钥散落，需要审计追踪与合规报告导出。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GPU / 算力团队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3016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AI CLI 需跑在 GPU 机器或测试环境，需要浏览器内远程工作区与终端。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246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多部门企业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630168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需要部门隔离、独立配额核算、SSO 与飞书/钉钉集成。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落地路径  ·  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5 分钟启动，渐进式落地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Microsoft YaHei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🚀 一键部署（推荐）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4937760" cy="1371600"/>
          </a:xfrm>
          <a:prstGeom prst="rect">
            <a:avLst/>
          </a:prstGeom>
          <a:solidFill>
            <a:srgbClr val="07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git clone https://github.com/open-ace/open-ace.git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cd open-ace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docker compose up -d --build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6A34A"/>
                </a:solidFill>
                <a:latin typeface="Consolas"/>
              </a:rPr>
              <a:t># 访问 http://localhost:19888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📦 其他部署方式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源码安装（本地开发）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Kubernetes Kustomize 部署（3 副本 + HPA + Prometheus）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Linux systemd / macOS launchd 远程 Agent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D8E2F2"/>
                </a:solidFill>
                <a:latin typeface="Microsoft YaHei"/>
              </a:rPr>
              <a:t>•  支持 SQLite（单机）与 PostgreSQL（生产）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🗺️ 渐进式落地路线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0487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40487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本地 Docker 试用，评估 Work / Manage 两模式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4495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接入团队 API Key，开启 API Key 代理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685031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685031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部署 Remote Agent 到开发/测试/GPU 机器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325111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25111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上 K8s 高可用部署，开启 AI 沙箱隔离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6519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6519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8E2F2"/>
                </a:solidFill>
                <a:latin typeface="Microsoft YaHei"/>
              </a:rPr>
              <a:t>配置配额、审计、SSO，产出合规与 ROI 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28016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把 AI Coding Agent 接进来，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Microsoft YaHei"/>
              </a:rPr>
              <a:t>把密钥、成本和风险管起来。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EA"/>
                </a:solidFill>
                <a:latin typeface="Microsoft YaHei"/>
              </a:rPr>
              <a:t>Open ACE — self-hosted workspace and control plane for AI coding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官网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www.open-ace.com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代码仓库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github.com/open-ace/open-ace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open-ace.github.io/open-ace-docs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反馈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GitHub Discussions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AB8"/>
                </a:solidFill>
                <a:latin typeface="Microsoft YaHei"/>
              </a:rPr>
              <a:t>Apache 2.0 开源  ·  自托管优先  ·  厂商中立  ·  面向真实研发流程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